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5"/>
    <p:sldId id="259" r:id="rId6"/>
    <p:sldId id="261" r:id="rId8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2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0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50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6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3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8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0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58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237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6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214338" y="239151"/>
            <a:ext cx="2672862" cy="1153551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0F172A"/>
                </a:solidFill>
              </a:ln>
            </a:endParaRPr>
          </a:p>
        </p:txBody>
      </p:sp>
      <p:pic>
        <p:nvPicPr>
          <p:cNvPr id="1030" name="Picture 6" descr="KL University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390" y="239151"/>
            <a:ext cx="1895209" cy="76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246888"/>
            <a:ext cx="6858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1 • OVERVIEW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66344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53A"/>
                </a:solidFill>
                <a:latin typeface="Arial"/>
              </a:defRPr>
            </a:pPr>
            <a:r>
              <a:t>1. Introduction to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9728"/>
            <a:ext cx="89611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37744"/>
            <a:ext cx="8366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1 • OVERVIEW &amp;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53A"/>
                </a:solidFill>
                <a:latin typeface="Arial"/>
              </a:defRPr>
            </a:pPr>
            <a:r>
              <a:t>1. Introduction to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50976"/>
            <a:ext cx="832104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246888"/>
            <a:ext cx="6858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2 • GOALS &amp;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66344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53A"/>
                </a:solidFill>
                <a:latin typeface="Arial"/>
              </a:defRPr>
            </a:pPr>
            <a:r>
              <a:t>2. 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9728"/>
            <a:ext cx="89611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37744"/>
            <a:ext cx="8366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2 • GOALS &amp;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53A"/>
                </a:solidFill>
                <a:latin typeface="Arial"/>
              </a:defRPr>
            </a:pPr>
            <a:r>
              <a:t>2. Project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50976"/>
            <a:ext cx="832104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246888"/>
            <a:ext cx="6858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3 • SYSTEM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66344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53A"/>
                </a:solidFill>
                <a:latin typeface="Arial"/>
              </a:defRPr>
            </a:pPr>
            <a:r>
              <a:t>3. Advantages of the 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9728"/>
            <a:ext cx="89611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37744"/>
            <a:ext cx="8366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3 • SYSTEM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53A"/>
                </a:solidFill>
                <a:latin typeface="Arial"/>
              </a:defRPr>
            </a:pPr>
            <a:r>
              <a:t>3. Advantages of the Proposed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50976"/>
            <a:ext cx="832104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246888"/>
            <a:ext cx="6858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4 • ENHANCEMENT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66344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53A"/>
                </a:solidFill>
                <a:latin typeface="Arial"/>
              </a:defRPr>
            </a:pPr>
            <a:r>
              <a:t>4. Future Scope &amp;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9728"/>
            <a:ext cx="89611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37744"/>
            <a:ext cx="8366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4 • ENHANCEMENT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53A"/>
                </a:solidFill>
                <a:latin typeface="Arial"/>
              </a:defRPr>
            </a:pPr>
            <a:r>
              <a:t>4. Future Scope &amp; Enhancements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50976"/>
            <a:ext cx="832104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246888"/>
            <a:ext cx="6858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5 • CURRICULUM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66344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53A"/>
                </a:solidFill>
                <a:latin typeface="Arial"/>
              </a:defRPr>
            </a:pPr>
            <a:r>
              <a:t>5. Course Outcomes (COs) Addressed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9728"/>
            <a:ext cx="89611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37744"/>
            <a:ext cx="8366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5 • CURRICULUM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53A"/>
                </a:solidFill>
                <a:latin typeface="Arial"/>
              </a:defRPr>
            </a:pPr>
            <a:r>
              <a:t>5. Course Outcomes (COs) Addressed — CO4, CO5 &amp; CO6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50976"/>
            <a:ext cx="832104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246888"/>
            <a:ext cx="6858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6 • SYLLABUS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66344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53A"/>
                </a:solidFill>
                <a:latin typeface="Arial"/>
              </a:defRPr>
            </a:pPr>
            <a:r>
              <a:t>6. Core Java Topics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" y="164592"/>
            <a:ext cx="8915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5 • CURRICULUM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253A"/>
                </a:solidFill>
                <a:latin typeface="Arial"/>
              </a:defRPr>
            </a:pPr>
            <a:r>
              <a:t>5. Course Outcomes (COs) Addressed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32104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" y="109728"/>
            <a:ext cx="89611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37744"/>
            <a:ext cx="8366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6 • SYLLABUS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57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53A"/>
                </a:solidFill>
                <a:latin typeface="Arial"/>
              </a:defRPr>
            </a:pPr>
            <a:r>
              <a:t>6. Core Java Topics Covered — CO1, CO2 &amp; CO3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950976"/>
            <a:ext cx="832104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246888"/>
            <a:ext cx="6858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7 • SOURCE CODE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66344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53A"/>
                </a:solidFill>
                <a:latin typeface="Arial"/>
              </a:defRPr>
            </a:pPr>
            <a:r>
              <a:t>7. Implementation: Modular Java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" y="164592"/>
            <a:ext cx="89154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74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6 • SYLLABUS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A253A"/>
                </a:solidFill>
                <a:latin typeface="Arial"/>
              </a:defRPr>
            </a:pPr>
            <a:r>
              <a:t>6. Core Java Topics Covered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8321040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" y="109728"/>
            <a:ext cx="89611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37744"/>
            <a:ext cx="8366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7 • SOURCE CODE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57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53A"/>
                </a:solidFill>
                <a:latin typeface="Arial"/>
              </a:defRPr>
            </a:pPr>
            <a:r>
              <a:t>7. Implementation: Modular Java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950976"/>
            <a:ext cx="832104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246888"/>
            <a:ext cx="6858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8 • LIVE EXECUTION &amp;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66344"/>
            <a:ext cx="6583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53A"/>
                </a:solidFill>
                <a:latin typeface="Arial"/>
              </a:defRPr>
            </a:pPr>
            <a:r>
              <a:t>8. Demonstration: Execution Traces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9728"/>
            <a:ext cx="89611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37744"/>
            <a:ext cx="8366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DC3053"/>
                </a:solidFill>
                <a:latin typeface="Arial"/>
              </a:defRPr>
            </a:pPr>
            <a:r>
              <a:t>SECTION 8 • LIVE EXECUTION &amp; 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253A"/>
                </a:solidFill>
                <a:latin typeface="Arial"/>
              </a:defRPr>
            </a:pPr>
            <a:r>
              <a:t>8. Demonstration: Execution Traces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50976"/>
            <a:ext cx="832104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59</Words>
  <Application>Microsoft Office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2026-09-29T13:58:52Z</dcterms:modified>
  <cp:category/>
</cp:coreProperties>
</file>